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A023-4713-4AA4-8AB7-6D597C97287E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A73F4-41F2-4C38-9446-540B5D4C7CFE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649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A023-4713-4AA4-8AB7-6D597C97287E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A73F4-41F2-4C38-9446-540B5D4C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16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A023-4713-4AA4-8AB7-6D597C97287E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A73F4-41F2-4C38-9446-540B5D4C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558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A023-4713-4AA4-8AB7-6D597C97287E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A73F4-41F2-4C38-9446-540B5D4C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120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A023-4713-4AA4-8AB7-6D597C97287E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A73F4-41F2-4C38-9446-540B5D4C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620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A023-4713-4AA4-8AB7-6D597C97287E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A73F4-41F2-4C38-9446-540B5D4C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443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A023-4713-4AA4-8AB7-6D597C97287E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A73F4-41F2-4C38-9446-540B5D4C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585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A023-4713-4AA4-8AB7-6D597C97287E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A73F4-41F2-4C38-9446-540B5D4C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4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A023-4713-4AA4-8AB7-6D597C97287E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A73F4-41F2-4C38-9446-540B5D4C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18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A023-4713-4AA4-8AB7-6D597C97287E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A73F4-41F2-4C38-9446-540B5D4C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768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A023-4713-4AA4-8AB7-6D597C97287E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A73F4-41F2-4C38-9446-540B5D4C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17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A023-4713-4AA4-8AB7-6D597C97287E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A73F4-41F2-4C38-9446-540B5D4C7CF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43917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A023-4713-4AA4-8AB7-6D597C97287E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A73F4-41F2-4C38-9446-540B5D4C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248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A023-4713-4AA4-8AB7-6D597C97287E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A73F4-41F2-4C38-9446-540B5D4C7CF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4258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A023-4713-4AA4-8AB7-6D597C97287E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A73F4-41F2-4C38-9446-540B5D4C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2424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A023-4713-4AA4-8AB7-6D597C97287E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A73F4-41F2-4C38-9446-540B5D4C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75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DA023-4713-4AA4-8AB7-6D597C97287E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A73F4-41F2-4C38-9446-540B5D4C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15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87DA023-4713-4AA4-8AB7-6D597C97287E}" type="datetimeFigureOut">
              <a:rPr lang="en-US" smtClean="0"/>
              <a:t>2026-02-06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68A73F4-41F2-4C38-9446-540B5D4C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343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17BB7-9FD1-5FBA-042A-BE4E1F6C8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089" y="557979"/>
            <a:ext cx="9521672" cy="2971801"/>
          </a:xfrm>
        </p:spPr>
        <p:txBody>
          <a:bodyPr>
            <a:normAutofit/>
          </a:bodyPr>
          <a:lstStyle/>
          <a:p>
            <a:r>
              <a:rPr lang="en-US" sz="4200" b="1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USED CARS PRICE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33445A-C083-5069-304B-EB6B034BA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9851" y="3686551"/>
            <a:ext cx="6400800" cy="194733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Georgia" panose="02040502050405020303" pitchFamily="18" charset="0"/>
              </a:rPr>
              <a:t>- SUMANTH KOTHAKONDA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0C23CE-806E-C7FD-46CB-BF4DA9DBD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568" y="5746955"/>
            <a:ext cx="1877962" cy="8976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CEFC38-B6C2-2054-9EB9-926A18744DA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13" y="981224"/>
            <a:ext cx="9566788" cy="462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729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3E585C-C8A3-4CBC-FBA6-BB8D41188552}"/>
              </a:ext>
            </a:extLst>
          </p:cNvPr>
          <p:cNvSpPr txBox="1"/>
          <p:nvPr/>
        </p:nvSpPr>
        <p:spPr>
          <a:xfrm>
            <a:off x="3927986" y="323142"/>
            <a:ext cx="433602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CE4DCE-3D4A-D23A-4C9B-C260FE4509B1}"/>
              </a:ext>
            </a:extLst>
          </p:cNvPr>
          <p:cNvSpPr txBox="1"/>
          <p:nvPr/>
        </p:nvSpPr>
        <p:spPr>
          <a:xfrm>
            <a:off x="973394" y="1111045"/>
            <a:ext cx="1039269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Name : CARS24( CARS24 Services Private Limited 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: Indian Automotive Technology company that operates a Digital-first online marketplace for used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vehicles 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Founded : 2015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Headquarters : Gurugram , India 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CARS24’s platform connects individual sellers, buyers, and dealers, enabling seamless transactions that remove many traditional frictions associated with the used-car market such as uncertain pricing, manual paperwork, and fragmented dealer networks. Its core offerings include AI-powered pricing and valuation tools, doorstep vehicle inspection, instant payment solutions, and complete paperwork management all designed to simplify the process for users.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has rapidly transformed how used cars are bought, sold, financed,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and managed by integrating technology, transparency, and end-to-end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services across the automotive lifecycle.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702246-CB05-279F-6273-5182B9B85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568" y="5746955"/>
            <a:ext cx="1877962" cy="8976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DDA888-D5E2-C7F3-86D1-7F42DDAE047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13" y="981224"/>
            <a:ext cx="9566788" cy="462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724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9D6C9E-2857-1543-E5A6-AAECF0419734}"/>
              </a:ext>
            </a:extLst>
          </p:cNvPr>
          <p:cNvSpPr txBox="1"/>
          <p:nvPr/>
        </p:nvSpPr>
        <p:spPr>
          <a:xfrm>
            <a:off x="3495367" y="303477"/>
            <a:ext cx="647454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7C4C13-2F67-9C97-B896-CAF8E0F10592}"/>
              </a:ext>
            </a:extLst>
          </p:cNvPr>
          <p:cNvSpPr txBox="1"/>
          <p:nvPr/>
        </p:nvSpPr>
        <p:spPr>
          <a:xfrm>
            <a:off x="1037304" y="1406013"/>
            <a:ext cx="10392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price variation based on various cars brands.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cars with good quality with less price.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17D9C9-9B5D-F1AA-6EA8-DCD487D99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241" y="2662438"/>
            <a:ext cx="6486525" cy="31337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0ED19D-5581-7B0E-9BA7-334DA75E10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568" y="5746955"/>
            <a:ext cx="1877962" cy="89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821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DCE2FA-C7A9-E203-A4A1-F5A0EC8BC166}"/>
              </a:ext>
            </a:extLst>
          </p:cNvPr>
          <p:cNvSpPr txBox="1"/>
          <p:nvPr/>
        </p:nvSpPr>
        <p:spPr>
          <a:xfrm>
            <a:off x="3927985" y="647606"/>
            <a:ext cx="433602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8A36E-CC6F-DC85-7AC1-D82D00FD4A9A}"/>
              </a:ext>
            </a:extLst>
          </p:cNvPr>
          <p:cNvSpPr txBox="1"/>
          <p:nvPr/>
        </p:nvSpPr>
        <p:spPr>
          <a:xfrm>
            <a:off x="899651" y="1681316"/>
            <a:ext cx="103926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used car listing data from the CARS24 platform through automated web scraping.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clean and preprocess the data by handling missing values, inconsistencies, and outliers.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pricing trends and market patterns in the used car ecosystem.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key factors influencing used car prices such as brand, age, mileage, and fuel type.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derive actionable insights that support data-driven decision making.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DC05D6-4482-BE07-BFFB-4BC28223A6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568" y="5746955"/>
            <a:ext cx="1877962" cy="8976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D8036D-ABB3-387E-5CFD-B7AD5A7ED1A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13" y="981224"/>
            <a:ext cx="9566788" cy="462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10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B465FF-6711-B80D-0426-DE17E100F6CC}"/>
              </a:ext>
            </a:extLst>
          </p:cNvPr>
          <p:cNvSpPr txBox="1"/>
          <p:nvPr/>
        </p:nvSpPr>
        <p:spPr>
          <a:xfrm>
            <a:off x="883536" y="1196895"/>
            <a:ext cx="11308464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- Scraped all the cities data from CARS24 website 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EDA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- Cleaned the raw csv files , added new columns and run the basic EDA using python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Analysis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- Analyzed the data and found the key metrics 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 interactive dashboards / reports using Power BI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64D609-2667-33B1-7DCA-09CD23033C14}"/>
              </a:ext>
            </a:extLst>
          </p:cNvPr>
          <p:cNvSpPr txBox="1"/>
          <p:nvPr/>
        </p:nvSpPr>
        <p:spPr>
          <a:xfrm>
            <a:off x="3927986" y="519787"/>
            <a:ext cx="433602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2017B2-25E7-CB8D-D2FA-F82F99F7E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568" y="5746955"/>
            <a:ext cx="1877962" cy="8976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1F5D43-2021-0C59-F256-9D45552D9EE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13" y="981224"/>
            <a:ext cx="9566788" cy="462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48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A944EB-3A03-6419-241F-66295B6F11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568" y="5746955"/>
            <a:ext cx="1877962" cy="8976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C7031B-47F6-3F82-7948-DB64592692E2}"/>
              </a:ext>
            </a:extLst>
          </p:cNvPr>
          <p:cNvSpPr txBox="1"/>
          <p:nvPr/>
        </p:nvSpPr>
        <p:spPr>
          <a:xfrm>
            <a:off x="3927986" y="382136"/>
            <a:ext cx="433602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E294E8-1538-3638-9065-898CAE4F7024}"/>
              </a:ext>
            </a:extLst>
          </p:cNvPr>
          <p:cNvSpPr txBox="1"/>
          <p:nvPr/>
        </p:nvSpPr>
        <p:spPr>
          <a:xfrm>
            <a:off x="883536" y="1196895"/>
            <a:ext cx="11308464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Declared the URL (ex : https://www.cars24.com/buy-used-cars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hyderabad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/) 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the CARS24 website to get scrolled by using scrolling logic with selenium 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HTML content of the page 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messy HTML into well formatted and human readable structure using prettify( ) 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empty lists of required columns 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the data in empty lists 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the data into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Saved the file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2DE450-6B1A-6611-917E-6D88DCBD5DB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13" y="981224"/>
            <a:ext cx="9566788" cy="462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276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39620E-B230-4EF6-3287-4BD515BC5C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568" y="5746955"/>
            <a:ext cx="1877962" cy="8976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054FE4-41B9-BCCE-BAB4-AEF7F7522DF1}"/>
              </a:ext>
            </a:extLst>
          </p:cNvPr>
          <p:cNvSpPr txBox="1"/>
          <p:nvPr/>
        </p:nvSpPr>
        <p:spPr>
          <a:xfrm>
            <a:off x="3072581" y="95158"/>
            <a:ext cx="697598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EDA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DD2115-2AAF-2673-21ED-81636BD3E266}"/>
              </a:ext>
            </a:extLst>
          </p:cNvPr>
          <p:cNvSpPr txBox="1"/>
          <p:nvPr/>
        </p:nvSpPr>
        <p:spPr>
          <a:xfrm>
            <a:off x="1483304" y="852766"/>
            <a:ext cx="11308464" cy="556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for nulls (No null values present)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for duplicates (No Duplicates present)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the Column names 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the Data 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Declared current year and creating a new column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car_age_years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car_age_years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current year – manufacturing year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a new column ‘ city ‘ 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Detection 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Validation 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the file 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A982C3-D05B-1108-9E4E-6FD67E63D38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13" y="981224"/>
            <a:ext cx="9566788" cy="462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393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24ADCC-2614-6198-C9F8-660BA7AD7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568" y="5746955"/>
            <a:ext cx="1877962" cy="8976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3D84FA-8711-BB06-41BE-7CDC55A30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299" y="3704195"/>
            <a:ext cx="4238740" cy="29048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3AA537E-5B91-6DBF-7F57-BCE2F7E7C6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8991"/>
            <a:ext cx="5025171" cy="31800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A9BA2CD-1A84-C3A7-67CE-7B6D96E27D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32" y="3704196"/>
            <a:ext cx="3432142" cy="290481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C9D4600-80CA-E798-4AB2-67DAB3D49B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32" y="248991"/>
            <a:ext cx="5363982" cy="318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372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5E87B0-38BC-A89A-2231-CB0F372E25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568" y="5746955"/>
            <a:ext cx="1877962" cy="8976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28C8E1-A3DE-FC75-248F-BA79FF531AF4}"/>
              </a:ext>
            </a:extLst>
          </p:cNvPr>
          <p:cNvSpPr txBox="1"/>
          <p:nvPr/>
        </p:nvSpPr>
        <p:spPr>
          <a:xfrm>
            <a:off x="3829665" y="213379"/>
            <a:ext cx="697598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FBDA9B-69A4-2AFB-3292-20FE0F0AAF4D}"/>
              </a:ext>
            </a:extLst>
          </p:cNvPr>
          <p:cNvSpPr txBox="1"/>
          <p:nvPr/>
        </p:nvSpPr>
        <p:spPr>
          <a:xfrm>
            <a:off x="883536" y="1196895"/>
            <a:ext cx="11308464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 the Data 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some of the Basic Analysis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Derived metrics such as Total Cars , Total Brands , Highest Price ,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Lowest Price , Avg Price , Newest Model Year , Oldest Model Year 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64D60B-CA53-8331-D76E-E6C6964126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870" y="3857931"/>
            <a:ext cx="1502783" cy="6527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F56220-D6AC-9E8C-CB50-0BE2A522EC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746" y="3863504"/>
            <a:ext cx="1502783" cy="6512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9EECC3-27C3-1E91-A470-3E99B36DEE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341" y="4808945"/>
            <a:ext cx="1912649" cy="7356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5954C63-3C5A-26A7-D6D4-B1F00B5B54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3302" y="3857559"/>
            <a:ext cx="1502783" cy="6314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6F86CB2-F601-E201-BBED-7F134032F7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858" y="3857559"/>
            <a:ext cx="1756688" cy="6317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40BA4CF-65A3-05F7-72C2-C7F5F589ED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870" y="4808947"/>
            <a:ext cx="2590715" cy="73563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E3D1422-156B-EE61-5FC8-22A14CB538B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842" y="4808946"/>
            <a:ext cx="2599242" cy="7356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F13B529-65F6-E7A6-2D60-A309AFC64E00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13" y="981224"/>
            <a:ext cx="9566788" cy="462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78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8CC101-D7F5-02F9-3594-63BAA0F88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17"/>
            <a:ext cx="12192000" cy="685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019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B3DB04-2513-44D9-CDFC-B8590CC74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8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7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72D837-BE9C-A9AF-1C46-5629CDAE9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57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739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6F0558-167F-1C6E-CC8F-BCFDF3276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110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70F71C-D0CE-76D9-EA10-0BEACA532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568" y="5746955"/>
            <a:ext cx="1877962" cy="8976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ED77BC-AAD4-B2CF-60BF-5B599C71675C}"/>
              </a:ext>
            </a:extLst>
          </p:cNvPr>
          <p:cNvSpPr txBox="1"/>
          <p:nvPr/>
        </p:nvSpPr>
        <p:spPr>
          <a:xfrm>
            <a:off x="3829665" y="213379"/>
            <a:ext cx="697598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E186BC-F899-F291-36D8-BC5B94B648AC}"/>
              </a:ext>
            </a:extLst>
          </p:cNvPr>
          <p:cNvSpPr txBox="1"/>
          <p:nvPr/>
        </p:nvSpPr>
        <p:spPr>
          <a:xfrm>
            <a:off x="441768" y="999560"/>
            <a:ext cx="11308464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18592 cars with 31 unique brands listed 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listed brand is ‘ Maruti ‘ 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 brands has more EMI than budget brands due to their price difference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Landrover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Range Rover Sport is the most expensive car with a price of 1.39 Cr and Tata Nano is the most cheapest car with 24k 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more cars with Manual Transmission than Automated Transmission 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car age and kms driven is increasing price is getting dropped 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price is 526.59k.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price is 13.9M and Lowest price is 24k 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529750-AB87-DAD3-3262-6E78659B8B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13" y="981224"/>
            <a:ext cx="9566788" cy="462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288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87B335-7DD7-28D5-8273-0A2392E934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568" y="5746955"/>
            <a:ext cx="1877962" cy="8976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D0905E-C097-FD2C-2D79-EF0C8AF5BDC7}"/>
              </a:ext>
            </a:extLst>
          </p:cNvPr>
          <p:cNvSpPr txBox="1"/>
          <p:nvPr/>
        </p:nvSpPr>
        <p:spPr>
          <a:xfrm>
            <a:off x="3770671" y="590007"/>
            <a:ext cx="697598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4182F-00C0-CFF2-9E78-6B2DAF7580E6}"/>
              </a:ext>
            </a:extLst>
          </p:cNvPr>
          <p:cNvSpPr txBox="1"/>
          <p:nvPr/>
        </p:nvSpPr>
        <p:spPr>
          <a:xfrm>
            <a:off x="441768" y="1643743"/>
            <a:ext cx="11308464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price is strongly influenced by vehicle age and kilometers driven 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reputation plays a major role in price retention 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transmission cars are priced higher compared to manual cars, reflecting increasing urban demand.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in pricing are often linked to luxury brands, very low mileage, or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rare model variants.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C5340B-014F-077E-9AB1-A1FF0FD27FE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13" y="981224"/>
            <a:ext cx="9566788" cy="462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480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3F315D-6CA5-71D1-D78D-573DBA125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568" y="5746955"/>
            <a:ext cx="1877962" cy="8976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7798FD-5693-E017-9E50-231C43E21BF2}"/>
              </a:ext>
            </a:extLst>
          </p:cNvPr>
          <p:cNvSpPr txBox="1"/>
          <p:nvPr/>
        </p:nvSpPr>
        <p:spPr>
          <a:xfrm>
            <a:off x="3161070" y="213379"/>
            <a:ext cx="697598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7D2E73-BF2F-CC54-23B2-D7B973F56F3A}"/>
              </a:ext>
            </a:extLst>
          </p:cNvPr>
          <p:cNvSpPr txBox="1"/>
          <p:nvPr/>
        </p:nvSpPr>
        <p:spPr>
          <a:xfrm>
            <a:off x="265470" y="983862"/>
            <a:ext cx="11061291" cy="5660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website structure made data extraction challenging due to JavaScript-rendered content and frequent DOM changes.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Anti-scraping mechanisms such as rate limiting and dynamic class names increased the complexity of reliable data collection.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listings across cities or reposted vehicles needed careful identification and removal.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and extreme values in price and mileage distorted analysis and required domain-based filtering.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scraping process due to pagination, infinite scrolling,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and delays to avoid blocking.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368A3B-1740-5EEA-F46A-743F25C0EEC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13" y="981224"/>
            <a:ext cx="9566788" cy="462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198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424D62-B809-BF93-D1F6-EFF236E77D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568" y="5746955"/>
            <a:ext cx="1877962" cy="8976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C5C122-D17D-52B2-9F3A-C0FE11D47083}"/>
              </a:ext>
            </a:extLst>
          </p:cNvPr>
          <p:cNvSpPr txBox="1"/>
          <p:nvPr/>
        </p:nvSpPr>
        <p:spPr>
          <a:xfrm>
            <a:off x="4011562" y="277956"/>
            <a:ext cx="697598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F10EC6-D5E6-5B03-9B99-79AC23486007}"/>
              </a:ext>
            </a:extLst>
          </p:cNvPr>
          <p:cNvSpPr txBox="1"/>
          <p:nvPr/>
        </p:nvSpPr>
        <p:spPr>
          <a:xfrm>
            <a:off x="618066" y="1222640"/>
            <a:ext cx="113084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demonstrated an end-to-end data analytics workflow by scraping, cleaning, and analyzing used car data from the CARS24 platform.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systematic data preprocessing and exploratory data analysis, key factors influencing used car prices—such as vehicle age, brand, fuel type, transmission type 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km driven, and city—were identified.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revealed noticeable pricing variations among cars due its brand value , vehicle age and also distance driven 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provided meaningful insights into the used car market while showcasing practical skills in web scraping, data cleaning, data analysis, and visualization.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insights can support informed decision-making for buyers, sellers,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and automotive marketplace stakeholders.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C52448-AFB6-4F35-FF3B-49236170639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13" y="981224"/>
            <a:ext cx="9566788" cy="462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896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287799-ACED-60E9-ED5F-AB188A3929AD}"/>
              </a:ext>
            </a:extLst>
          </p:cNvPr>
          <p:cNvSpPr txBox="1"/>
          <p:nvPr/>
        </p:nvSpPr>
        <p:spPr>
          <a:xfrm>
            <a:off x="2600632" y="2271250"/>
            <a:ext cx="699073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431DF2-4638-0BE6-19BD-CE3D66C40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568" y="5746955"/>
            <a:ext cx="1877962" cy="8976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9CC410-7F46-552A-7370-66CE9E7CD76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13" y="981224"/>
            <a:ext cx="9566788" cy="462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306741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79</TotalTime>
  <Words>868</Words>
  <Application>Microsoft Office PowerPoint</Application>
  <PresentationFormat>Widescreen</PresentationFormat>
  <Paragraphs>84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Century Gothic</vt:lpstr>
      <vt:lpstr>Georgia</vt:lpstr>
      <vt:lpstr>Times New Roman</vt:lpstr>
      <vt:lpstr>Wingdings</vt:lpstr>
      <vt:lpstr>Wingdings 3</vt:lpstr>
      <vt:lpstr>Slice</vt:lpstr>
      <vt:lpstr>USED CARS PRICE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SUMANTH KOTHAKONDA</dc:creator>
  <cp:lastModifiedBy>SUMANTH KOTHAKONDA</cp:lastModifiedBy>
  <cp:revision>2</cp:revision>
  <dcterms:created xsi:type="dcterms:W3CDTF">2026-02-06T13:11:49Z</dcterms:created>
  <dcterms:modified xsi:type="dcterms:W3CDTF">2026-02-06T17:05:10Z</dcterms:modified>
</cp:coreProperties>
</file>